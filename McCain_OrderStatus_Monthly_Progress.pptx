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impact, key numbers, and the eight workstreams grouped into Design &amp; Evaluation Foundation and Data, Platform &amp;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catalog design and the roadmap to the week-6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 Enquiry Assistant — Monthly Progress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McCain · July 2026     ·     Alok Ranjan — Forward Deployed Engineer, StatusNeo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04241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the complete design, evaluation &amp; data foundation for Use Case 1 (Order Status) — </a:t>
            </a:r>
            <a:pPr indent="0" marL="0">
              <a:buNone/>
            </a:pPr>
            <a:r>
              <a:rPr lang="en-US" sz="1450" b="1" dirty="0">
                <a:solidFill>
                  <a:srgbClr val="C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727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states covered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8980" y="153619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8980" y="15727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60420" y="21031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conversations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153619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80760" y="15727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21031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corner cases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92540" y="1536192"/>
            <a:ext cx="2651760" cy="932688"/>
          </a:xfrm>
          <a:prstGeom prst="roundRect">
            <a:avLst>
              <a:gd name="adj" fmla="val 68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92540" y="15727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83980" y="210312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work items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5486400" cy="3611880"/>
          </a:xfrm>
          <a:prstGeom prst="roundRect">
            <a:avLst>
              <a:gd name="adj" fmla="val 1772"/>
            </a:avLst>
          </a:prstGeom>
          <a:solidFill>
            <a:srgbClr val="EAEFFB"/>
          </a:solidFill>
          <a:ln w="12700">
            <a:solidFill>
              <a:srgbClr val="EAEFFB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27980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Evaluation Foundation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85800" y="3310128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2644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created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3000" y="35570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order states + 22 end-to-end conversation scenarios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85800" y="4032504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32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9867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3000" y="42793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reference spec: inputs, answer logic, follow-ups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85800" y="4754880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754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709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corner cases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43000" y="50017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scenarios: role/field access, jailbreak, injection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85800" y="5477256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477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54315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rules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43000" y="57241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Multi-turn: ship date, blocks, invoice, which delivery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217920" y="2670048"/>
            <a:ext cx="5486400" cy="3611880"/>
          </a:xfrm>
          <a:prstGeom prst="roundRect">
            <a:avLst>
              <a:gd name="adj" fmla="val 1772"/>
            </a:avLst>
          </a:prstGeom>
          <a:solidFill>
            <a:srgbClr val="F1F4FB"/>
          </a:solidFill>
          <a:ln w="12700">
            <a:solidFill>
              <a:srgbClr val="F1F4FB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46520" y="27980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Platform &amp; Delivery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6446520" y="3310128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310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326440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catalog &amp; data planning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903720" y="35570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catalog: data + metadata + governance tables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446520" y="4032504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032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39867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903720" y="42793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ER overseen; Bronze modelling is next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6446520" y="4754880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4754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03720" y="47091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setup (in progress)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903720" y="50017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with Shivansh &amp; Madhavan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6446520" y="5477256"/>
            <a:ext cx="347472" cy="347472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50" name="Text 48"/>
          <p:cNvSpPr/>
          <p:nvPr/>
        </p:nvSpPr>
        <p:spPr>
          <a:xfrm>
            <a:off x="6446520" y="5477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03720" y="54315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plan &amp; features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903720" y="572414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Use Case 1 plan · 11 items · owners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catalog &amp; data planning  ·  what's next</a:t>
            </a:r>
            <a:endParaRPr lang="en-US" sz="2800" dirty="0"/>
          </a:p>
        </p:txBody>
      </p:sp>
      <p:pic>
        <p:nvPicPr>
          <p:cNvPr id="3" name="Image 0" descr="catalog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452360" cy="3630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00600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 Bronze → new catalog (data tables) · Metadata drives the ~2-hour refresh · Governance captures logs &amp; email alerts.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8046720" y="1097280"/>
            <a:ext cx="3703320" cy="2331720"/>
          </a:xfrm>
          <a:prstGeom prst="roundRect">
            <a:avLst>
              <a:gd name="adj" fmla="val 2745"/>
            </a:avLst>
          </a:prstGeom>
          <a:solidFill>
            <a:srgbClr val="EAEFFB"/>
          </a:solidFill>
          <a:ln w="12700">
            <a:solidFill>
              <a:srgbClr val="EAEFFB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catalog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75320" y="1645920"/>
            <a:ext cx="3337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 — Order · Delivery · Status · Reasons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— refresh rules (source → target, cadence)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logs, issues, email alert on failure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EDP Bronze · ~2h refresh · since 01 Jan 2025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46720" y="3611880"/>
            <a:ext cx="3703320" cy="2514600"/>
          </a:xfrm>
          <a:prstGeom prst="roundRect">
            <a:avLst>
              <a:gd name="adj" fmla="val 2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B9C0D0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7532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75320" y="416052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Genie setup &amp; tuning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on the new Bronze tables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catalog + 2-hour refresh &amp; governance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 Case 1 in the sprint (all scenarios &amp; corner cases)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the week-6 stakeholder demo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2026-07-26T16:49:05Z</dcterms:created>
  <dcterms:modified xsi:type="dcterms:W3CDTF">2026-07-26T16:49:05Z</dcterms:modified>
</cp:coreProperties>
</file>