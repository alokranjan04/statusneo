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ORDER STATUS ENQUIRY ASSISTANT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Design, Architecture, Timeline &amp; Status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Manoj — CTO, McCain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— Forward Deployed Engineering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29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196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questions across 6 real CS-agent workflows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7157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99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Databricks-native, defense-in-depth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9959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sprints, 3 months — 29 Jul to 20 Oct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Sprint 1, today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58968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4041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788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McCain to size Prod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questions, 6 domains — sourced from real CS-agent workflows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&amp; Lookup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status of order 123?”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43984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&amp; Holds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43984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Past-due, credit/delivery blocks, loading 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73568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56448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Shortages &amp; Fill-Rate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vs. ordered/shipped quantity gaps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Customer History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stock, what a customer's ordered before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43984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43984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Pallet, weight &amp; UOM specs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56448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Invoicing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6448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Shipped-not-billed, billed-yesterday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Defense-in-depth, Databricks-native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38160" y="457200"/>
            <a:ext cx="164592" cy="12801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835761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72600" y="457200"/>
            <a:ext cx="164592" cy="128016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7" name="Text 5"/>
          <p:cNvSpPr/>
          <p:nvPr/>
        </p:nvSpPr>
        <p:spPr>
          <a:xfrm>
            <a:off x="959205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607040" y="457200"/>
            <a:ext cx="164592" cy="128016"/>
          </a:xfrm>
          <a:prstGeom prst="rect">
            <a:avLst/>
          </a:prstGeom>
          <a:solidFill>
            <a:srgbClr val="0AA1DD"/>
          </a:solidFill>
          <a:ln/>
        </p:spPr>
      </p:sp>
      <p:sp>
        <p:nvSpPr>
          <p:cNvPr id="9" name="Text 7"/>
          <p:cNvSpPr/>
          <p:nvPr/>
        </p:nvSpPr>
        <p:spPr>
          <a:xfrm>
            <a:off x="1082649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472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4624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6336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6336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73072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37664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0816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92528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92528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WAF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09264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73856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7008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28720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28720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defense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45456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10048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3200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4912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64912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81648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6240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9392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01104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Shield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01104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17840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2432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55584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37296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37296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54032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18624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91776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73488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073488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redacted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1472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BECE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1200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1200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 · Private Link · read-only SQL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85236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EAF6EE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4964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94964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· warm mins · graceful fallbacks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69000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0EBFA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8728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8728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 security · lineage · audit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852764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DF4E3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2492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62492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tracing · 44-test eval gate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1472" y="4224528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request, in every environment — a failure at one layer is contained by the next.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2203A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→ QA → Prod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22960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Unity Catalog catalogs, promoted via Databricks Asset Bundles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338218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EDP on ADLS Gen2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4338218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~2h refresh from SAP, read-only — SAP itself is never written to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853477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Evaluation-gated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853477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functional + 22 security tests must pass before any release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safe, governed, and observable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at every hop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Shield, DB Shield (read-only SQL only) and output guardrails — a bypass at one layer is contained by the next.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2130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93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data access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82512" y="2743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enforces row-level security by sales org and masks restricted fields (pricing, margin, PII) — never left to app logic.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416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379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Databricks-native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4672" y="5029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for NL→SQL, Model Serving for orchestration — no unnecessary third-party layers between the agent and governed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4416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379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Evaluation-gated releases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82512" y="5029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scored against a 44-test golden set (22 functional + 22 security) before it ships — no exceptions.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delivery plan — 6 sprints, 29 Jul → 20 Oct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6004" y="1947672"/>
            <a:ext cx="11219688" cy="0"/>
          </a:xfrm>
          <a:prstGeom prst="line">
            <a:avLst/>
          </a:prstGeom>
          <a:noFill/>
          <a:ln w="19050">
            <a:solidFill>
              <a:srgbClr val="8A94A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08964" y="1892808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211684" y="15544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6004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020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4020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Jul – 11 Aug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4020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flagship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1772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8812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6828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506828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25 Aug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06828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holds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94580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1620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636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99636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Aug – 8 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99636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&amp; fill-rate + demo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87388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4428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2444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92444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22 Sep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2444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customer history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80196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7236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5252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185252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 – 6 Oct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85252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billing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773004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32" name="Shape 30"/>
          <p:cNvSpPr/>
          <p:nvPr/>
        </p:nvSpPr>
        <p:spPr>
          <a:xfrm>
            <a:off x="9950044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78060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6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078060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20 Oct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78060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go-live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004" y="4526280"/>
            <a:ext cx="11219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starts today. Sprint 6 ends with all 19 questions live and evaluation-gated in Prod.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 — Day 1 of Sprint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6EE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" y="2450592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500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environment (Dev/QA/Prod) plan finalized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108960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083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defined — defense-in-depth, Databricks-native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3767328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667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3-month, 6-sprint delivery plan finalized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4425696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3251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backlog scoped in detail — 11 tasks, owners assigned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5084064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open questions identified for McCain &amp; internal product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DF4E3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SPRINT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flagship build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Unity Catalog scope · DB Shield · all 8 order states · disambiguation &amp; follow-ups · guardrails · tracing &amp; evaluation gate · UI prototype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working demo + evaluation gate passed by 11 Aug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3977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142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458114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4480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Scale/region decisions from McCain — gate Prod sizing (next slide)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36792" y="518464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5084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environment stand-up — owned by McCain's platform team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need from McCain to size Prod correctly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2E4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20824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02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&amp; sequencing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regions/countries, and rolled out all at once or phased?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2E4F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2020824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002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peak concurrency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82512" y="2587752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CS agents per region, and expected peak concurrent usage?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2E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959352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 vs. multi-region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52628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Azure/Databricks deployment enough, or does latency/compliance need more?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721608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2E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3959352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941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zone alignment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82512" y="452628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region(s) and McCain's naming/landing-zone conventions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22 open questions (client + internal product team) shared separately with Amit's team.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Sprint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Order Status flagship build and pass the 44-test evaluation gate by 11 Aug.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1540" y="2423160"/>
            <a:ext cx="0" cy="548640"/>
          </a:xfrm>
          <a:prstGeom prst="line">
            <a:avLst/>
          </a:prstGeom>
          <a:noFill/>
          <a:ln w="19050">
            <a:solidFill>
              <a:srgbClr val="E1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working Order Status assistant — all 8 order states, guardrails and citations.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3474720"/>
            <a:ext cx="0" cy="548640"/>
          </a:xfrm>
          <a:prstGeom prst="line">
            <a:avLst/>
          </a:prstGeom>
          <a:noFill/>
          <a:ln w="19050">
            <a:solidFill>
              <a:srgbClr val="E1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open decisions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3977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scale/region answers from McCain — needed before Sprint 3 Prod sizing.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" y="4526280"/>
            <a:ext cx="0" cy="548640"/>
          </a:xfrm>
          <a:prstGeom prst="line">
            <a:avLst/>
          </a:prstGeom>
          <a:noFill/>
          <a:ln w="19050">
            <a:solidFill>
              <a:srgbClr val="E1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Sprint 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4840" y="5029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holds cluster begins 12 Aug, on the same 2-week cadence.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Ranjan</a:t>
            </a:r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— Forward Deployed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2026-07-29T16:06:38Z</dcterms:created>
  <dcterms:modified xsi:type="dcterms:W3CDTF">2026-07-29T16:06:38Z</dcterms:modified>
</cp:coreProperties>
</file>