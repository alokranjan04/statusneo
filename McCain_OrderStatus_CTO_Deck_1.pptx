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32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3A17-9A48-114F-D4C2-29C76636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50ABB-5DBB-E75A-1A50-30460583E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2C245-90B6-7E61-1D95-6D61E7B9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C2521-3E85-ED27-D4A5-7A2873F15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80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1C3FA-6889-4D07-829F-BD8098D6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5F276-8CBD-A03A-2ED1-70A11A194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8B2ED-3FD8-650E-4E77-3417CA86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89C3D-5DB6-7FBA-91E1-542AA9DDF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5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2926080" cy="292608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ORDER STATUS ENQUIRY ASSISTANT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Design, Architecture, Timeline &amp; Status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Manoj — CTO, McCain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Meridian Dev Team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29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196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03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questions across 6 real CS-agent workflows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7157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998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Databricks-native, defense-in-depth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9959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moves end-to-end — proven Promptflow + Genie pattern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507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sprints, 3 months — 29 Jul to 20 Oct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58968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4041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7881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Sprint 1, today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questions, 6 domains — sourced from real CS-agent workflows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12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243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&amp; Lookup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3639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status of order 123?”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61104" y="196596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2112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43984" y="26243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&amp; Holds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43984" y="313639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Past-due, credit/delivery blocks, loading 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73568" y="196596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112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56448" y="26243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Shortages &amp; Fill-Rate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313639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vs. ordered/shipped quantity gaps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51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Customer History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17550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stock, what a customer's ordered before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1104" y="400507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4151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43984" y="46634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&amp; Compliance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43984" y="517550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Pallet, weight &amp; UOM specs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400507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4151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56448" y="46634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Invoicing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56448" y="5175504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Shipped-not-billed, billed-yesterday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Defense-in-depth, Databricks-native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38160" y="457200"/>
            <a:ext cx="164592" cy="12801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8357616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72600" y="457200"/>
            <a:ext cx="164592" cy="128016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7" name="Text 5"/>
          <p:cNvSpPr/>
          <p:nvPr/>
        </p:nvSpPr>
        <p:spPr>
          <a:xfrm>
            <a:off x="9592056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607040" y="457200"/>
            <a:ext cx="164592" cy="128016"/>
          </a:xfrm>
          <a:prstGeom prst="rect">
            <a:avLst/>
          </a:prstGeom>
          <a:solidFill>
            <a:srgbClr val="0AA1DD"/>
          </a:solidFill>
          <a:ln/>
        </p:spPr>
      </p:sp>
      <p:sp>
        <p:nvSpPr>
          <p:cNvPr id="9" name="Text 7"/>
          <p:cNvSpPr/>
          <p:nvPr/>
        </p:nvSpPr>
        <p:spPr>
          <a:xfrm>
            <a:off x="10826496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472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4624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6336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6336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73072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37664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0816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92528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92528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WAF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09264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73856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7008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28720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28720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defense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45456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10048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3200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4912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64912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81648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6240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9392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01104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Shield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01104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17840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82432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55584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37296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37296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54032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18624" y="16002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22225">
            <a:solidFill>
              <a:srgbClr val="FF36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91776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73488" y="18928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073488" y="2441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redacted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1472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FBECE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1200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1200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SSO/SCIM · Private Link · read-only SQL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85236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EAF6EE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94964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94964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· warm mins · graceful fallbacks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69000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F0EBFA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8728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78728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Row/column security · lineage · audit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852764" y="3246120"/>
            <a:ext cx="2537460" cy="777240"/>
          </a:xfrm>
          <a:prstGeom prst="roundRect">
            <a:avLst>
              <a:gd name="adj" fmla="val 7059"/>
            </a:avLst>
          </a:prstGeom>
          <a:solidFill>
            <a:srgbClr val="FDF4E3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2492" y="3319272"/>
            <a:ext cx="2318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62492" y="3575304"/>
            <a:ext cx="2318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tracing · 44-test eval gate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1472" y="4224528"/>
            <a:ext cx="10588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every request, in every environment — a failure at one layer is contained by the next.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2203A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5029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→ QA → Prod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22960" y="536752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Unity Catalog catalogs, promoted via Databricks Asset Bundles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338218" y="5029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EDP on ADLS Gen2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4338218" y="536752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~2h refresh from SAP, read-only — SAP itself is never written to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853477" y="5029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Evaluation-gated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853477" y="536752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functional + 22 security tests must pass before any release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REQUEST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McCain today — adapted from the Supply Chain Assistant's Promptflow + Genie pattern, with RBAC scoped from day one.</a:t>
            </a:r>
            <a:endParaRPr lang="en-US" sz="1200" dirty="0"/>
          </a:p>
        </p:txBody>
      </p:sp>
      <p:pic>
        <p:nvPicPr>
          <p:cNvPr id="4" name="Image 0" descr="/tmp/deck/RequestFlow_em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840" y="1097280"/>
            <a:ext cx="9150016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E3D26-CE98-F9FD-DBB4-79272661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C3613B-4DD6-6096-6F9B-DAA3A2F660B2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REQUEST FLOW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A5FE3A-E056-7ACE-8666-A23D312061C8}"/>
              </a:ext>
            </a:extLst>
          </p:cNvPr>
          <p:cNvSpPr/>
          <p:nvPr/>
        </p:nvSpPr>
        <p:spPr>
          <a:xfrm>
            <a:off x="548640" y="6583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McCain today — adapted from the Supply Chain Assistant's Promptflow + Genie pattern, with RBAC scoped from day one.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B68AD5C-C4E0-7C9B-1483-85AA63076C79}"/>
              </a:ext>
            </a:extLst>
          </p:cNvPr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0F20ED6-12B6-1E78-D79E-CCD9EBF50FA3}"/>
              </a:ext>
            </a:extLst>
          </p:cNvPr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A937EA-F103-A831-7AA7-57C52ADBC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7" y="0"/>
            <a:ext cx="12108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9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89988-6D50-0DAC-6A70-28B7A7C7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C8DD47-1EBD-CEDC-ED74-DDFBE5000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35"/>
            <a:ext cx="12192000" cy="676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0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safe, governed, and observable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93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at every hop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Shield, DB Shield (read-only SQL only) and output guardrails — a bypass at one layer is contained by the next.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2130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93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data access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82512" y="2743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enforces row-level security by sales org and masks restricted fields (pricing, margin, PII) — never left to app logic.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416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379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Databricks-native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4672" y="5029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for NL→SQL, Model Serving for orchestration — no unnecessary third-party layers between the agent and governed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44165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379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Evaluation-gated releases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382512" y="502920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scored against a 44-test golden set (22 functional + 22 security) before it ships — no exceptions.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3-month delivery plan — 6 sprints, 29 Jul → 20 Oct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6004" y="1947672"/>
            <a:ext cx="11219688" cy="0"/>
          </a:xfrm>
          <a:prstGeom prst="line">
            <a:avLst/>
          </a:prstGeom>
          <a:noFill/>
          <a:ln w="19050">
            <a:solidFill>
              <a:srgbClr val="8A94A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08964" y="1892808"/>
            <a:ext cx="109728" cy="109728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211684" y="15544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6004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020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4020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Jul – 11 Aug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4020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flagship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1772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8812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6828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506828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25 Aug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06828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holds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94580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1620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636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99636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Aug – 8 Sep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99636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&amp; fill-rate + demo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87388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22" name="Shape 20"/>
          <p:cNvSpPr/>
          <p:nvPr/>
        </p:nvSpPr>
        <p:spPr>
          <a:xfrm>
            <a:off x="6164428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2444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92444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22 Sep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2444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customer history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80196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7236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5252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185252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 – 6 Oct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85252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billing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773004" y="1892808"/>
            <a:ext cx="109728" cy="10972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32" name="Shape 30"/>
          <p:cNvSpPr/>
          <p:nvPr/>
        </p:nvSpPr>
        <p:spPr>
          <a:xfrm>
            <a:off x="9950044" y="2148840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78060" y="229514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6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078060" y="262432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20 Oct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78060" y="32004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go-live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6004" y="4526280"/>
            <a:ext cx="11219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starts today. Sprint 6 ends with all 19 questions live and evaluation-gated in Prod.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 — Day 1 of Sprint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AF6EE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" y="2450592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500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environment (Dev/QA/Prod) plan finalized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3108960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083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defined — defense-in-depth, Databricks-native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3767328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667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3-month, 6-sprint delivery plan finalized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4425696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3251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backlog scoped in detail — 11 tasks, owners assigned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5084064"/>
            <a:ext cx="146304" cy="146304"/>
          </a:xfrm>
          <a:prstGeom prst="ellipse">
            <a:avLst/>
          </a:prstGeom>
          <a:solidFill>
            <a:srgbClr val="1F7A43"/>
          </a:solidFill>
          <a:ln w="19050">
            <a:solidFill>
              <a:srgbClr val="1F7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open questions identified for McCain &amp; internal product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DF4E3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SPRINT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flagship build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Unity Catalog scope · DB Shield · all 8 order states · disambiguation &amp; follow-ups · guardrails · tracing &amp; evaluation gate · UI prototype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working demo + evaluation gate passed by 11 Aug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3977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142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4581144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4480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Scale/region decisions from McCain — gate Prod sizing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36792" y="518464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5084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environment stand-up — owned by McCain's platform team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Sprint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Order Status flagship build and pass the 44-test evaluation gate by 11 Aug.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1540" y="2423160"/>
            <a:ext cx="0" cy="548640"/>
          </a:xfrm>
          <a:prstGeom prst="line">
            <a:avLst/>
          </a:prstGeom>
          <a:noFill/>
          <a:ln w="19050">
            <a:solidFill>
              <a:srgbClr val="E1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working Order Status assistant — all 8 order states, guardrails and citations.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" y="3474720"/>
            <a:ext cx="0" cy="548640"/>
          </a:xfrm>
          <a:prstGeom prst="line">
            <a:avLst/>
          </a:prstGeom>
          <a:noFill/>
          <a:ln w="19050">
            <a:solidFill>
              <a:srgbClr val="E1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Sprint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3977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holds cluster begins 12 Aug, on the same 2-week cadence.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Agentic Order Status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1B2E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Meridian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857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Alok Ranjan</cp:lastModifiedBy>
  <cp:revision>2</cp:revision>
  <dcterms:created xsi:type="dcterms:W3CDTF">2026-07-29T17:07:10Z</dcterms:created>
  <dcterms:modified xsi:type="dcterms:W3CDTF">2026-07-29T17:21:33Z</dcterms:modified>
</cp:coreProperties>
</file>